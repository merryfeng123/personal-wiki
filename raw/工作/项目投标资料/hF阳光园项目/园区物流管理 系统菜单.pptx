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2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B06F9-02BC-A047-6976-B9B21EC0C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ED0325-3761-9334-75E3-AFEF15D5F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153B1-E320-791D-8EDE-ADAF99E6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9DCFAA-416A-A040-6C57-4BF9C2CE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0C83D-60C8-088E-7776-44D42884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9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0947C-7045-AEE5-063F-66C5D9BD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C15D8-5AED-48E1-D8BC-27BA31007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DEAD3-7459-5135-B004-BCAB4B2C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43B2E2-4223-276A-3C14-0E5DC757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E8AF8-EC03-67DB-993A-3E1C0E2B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84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61C3-2F21-F501-894D-9C0617AA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86C205-FD10-106E-327C-4F1A6D9E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5FAD5-76FE-A0E6-C5B5-AEFDB921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7E2E12-26A9-1F03-554F-9C7AFB8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3DAD7-A10E-F7B7-78A9-B4FD3D24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83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14BCC-02A8-5119-4664-69C38841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14B04-A2F9-E5F9-9948-5C931EF6E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B1CEE4-5CB5-97A8-1253-89B69F35D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E63BF4-AF51-904C-7521-1C6F8E3C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9EC2E3-7122-D5FD-13D1-111A0AAA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367956-E88A-1107-4547-EA2152A2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83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0CBC6-5B00-111C-A435-2E0D75F2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E87489-A8C6-2086-271E-6B30C2FD3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8ECB3-0FD0-8995-DD7F-E94EFD474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8935DA-0B2F-8CE6-3053-DC0585EF8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FD4025-C4DB-1552-0B33-101D607EF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60B659-09C6-3A4D-0C9E-F435C3427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085F74-B838-AF81-67A1-94337C251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7F7982-CE3C-4633-65D8-5A6405C1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69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7C3F3-A429-758F-0AF8-626C3714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0B064E-E7F0-73C3-D1D1-6D72F41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D520BE-B2CB-1364-3D94-A835EDBF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CB5C5F-F02E-027F-BDDA-DCC74973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3617B4-E3E4-5854-F5F4-43B2CBD9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8D204E-0C79-7F01-740F-F95A13FF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A997C-7F4B-B938-E954-2B39B93C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8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3E9B3-AD8C-5F80-A6AA-39B63533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4F707-45A7-5357-1014-972EB6EB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D5A05C-EEB4-EA69-8E01-6A2CF25D8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E213E3-6AB4-25EB-E3D2-6BFE93F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F95EC7-ADDC-4BB9-A9CF-7E296A67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6A092-0E62-9829-9F9B-717B55C8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B28BC-7302-F65B-602F-8CE32AC8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3B1BF4-7928-36A1-1A7D-6E773C2CE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CD0487-E03F-B85D-1FCC-56EAEC994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8EDB6C-3324-D24D-179B-389A7E65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1FA7AB-8FC7-7EEA-BCBF-BE49C9E0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BAB01D-C250-700A-556E-5EEEB51D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46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05098-FED9-649C-280C-DA4914FD2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FC18AF-4394-FD4C-36D3-88C243D23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35732-A64D-769B-8B7D-27924754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714D6-65A2-363D-3A7C-D3F76C5A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DAF2F-2FE3-9C82-7283-FDD57F1B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2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914C2D-E97B-66F0-DD40-9C38FE72B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172DFD-514B-BB4A-C2A0-C8ECB3B96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F1938-D399-E02A-BA86-ECF7EBAB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1ECE4-2A55-7CC6-4D3A-D773A3DA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1659D-3A91-94DF-DC5C-57130715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8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C5F277-6D4D-3C56-2DAA-4AB6D5A5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E26D7C-5E89-5E1E-3073-56C98A0FC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A373D-505A-00E9-1D2A-217000CA0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2BC86-7572-459B-8C31-B48C4615E51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FD9CF-3CCA-AE4B-7C39-D04838144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9E6829-8137-5C60-EA30-E8A096F29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A19F7-30F8-4EC7-867A-921283649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42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498322-1100-7DA0-BC46-A16A0698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2"/>
          <a:stretch>
            <a:fillRect/>
          </a:stretch>
        </p:blipFill>
        <p:spPr>
          <a:xfrm>
            <a:off x="0" y="-1"/>
            <a:ext cx="1600000" cy="44219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CB78E0-EE43-9BD4-AD98-5B33571F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048" y="-1"/>
            <a:ext cx="1600000" cy="60571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694FB1-0F51-7E9E-078A-674C173A2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096" y="0"/>
            <a:ext cx="1561905" cy="19047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E25632-EB3E-2475-A8BD-CF2D2D612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102" y="-1"/>
            <a:ext cx="1304762" cy="66095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102DB5-2485-C2C9-9324-73C2C429E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096" y="2048046"/>
            <a:ext cx="1561905" cy="32124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C87882-F98C-BF98-C5D2-AA48432EC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5448" y="0"/>
            <a:ext cx="1130514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2318887-DB41-CC72-62A6-5AF5307913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599" y="0"/>
            <a:ext cx="1514045" cy="472916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0F98EB8-DF4D-F760-1F87-028ED384FA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0618" y="0"/>
            <a:ext cx="1378009" cy="6858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9E3C353-C639-FE8D-A98E-B04E3AA01E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1599" y="4903094"/>
            <a:ext cx="1513383" cy="146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7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Ding</dc:creator>
  <cp:lastModifiedBy>Victor Ding</cp:lastModifiedBy>
  <cp:revision>1</cp:revision>
  <dcterms:created xsi:type="dcterms:W3CDTF">2026-08-19T03:14:52Z</dcterms:created>
  <dcterms:modified xsi:type="dcterms:W3CDTF">2026-08-19T03:15:39Z</dcterms:modified>
</cp:coreProperties>
</file>