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ppt/tags/tag1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16777215" r:id="rId5"/>
    <p:sldId id="276" r:id="rId6"/>
    <p:sldId id="260" r:id="rId7"/>
    <p:sldId id="16777204" r:id="rId8"/>
    <p:sldId id="287" r:id="rId9"/>
    <p:sldId id="16777214" r:id="rId10"/>
    <p:sldId id="16777212" r:id="rId11"/>
    <p:sldId id="16777205" r:id="rId12"/>
    <p:sldId id="262" r:id="rId13"/>
    <p:sldId id="291" r:id="rId14"/>
    <p:sldId id="263" r:id="rId15"/>
    <p:sldId id="292" r:id="rId16"/>
    <p:sldId id="16777216" r:id="rId17"/>
    <p:sldId id="16777217" r:id="rId18"/>
    <p:sldId id="16777207" r:id="rId19"/>
    <p:sldId id="289" r:id="rId20"/>
    <p:sldId id="256" r:id="rId21"/>
    <p:sldId id="258" r:id="rId22"/>
    <p:sldId id="261" r:id="rId23"/>
    <p:sldId id="16777209" r:id="rId24"/>
    <p:sldId id="259" r:id="rId25"/>
    <p:sldId id="295" r:id="rId26"/>
    <p:sldId id="296" r:id="rId27"/>
    <p:sldId id="297" r:id="rId28"/>
    <p:sldId id="298" r:id="rId29"/>
    <p:sldId id="16777219" r:id="rId30"/>
    <p:sldId id="16777218" r:id="rId31"/>
    <p:sldId id="284" r:id="rId32"/>
  </p:sldIdLst>
  <p:sldSz cx="12192000" cy="6858000"/>
  <p:notesSz cx="6858000" cy="9872663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及目录" id="{E97A3F09-39D3-4C74-8F78-64CC23BCC0D7}">
          <p14:sldIdLst>
            <p14:sldId id="16777215"/>
            <p14:sldId id="276"/>
          </p14:sldIdLst>
        </p14:section>
        <p14:section name="需求理解" id="{393B0730-D900-4092-8018-7A6E9526015F}">
          <p14:sldIdLst>
            <p14:sldId id="260"/>
            <p14:sldId id="16777204"/>
            <p14:sldId id="287"/>
            <p14:sldId id="16777214"/>
            <p14:sldId id="16777212"/>
          </p14:sldIdLst>
        </p14:section>
        <p14:section name="方案设计建议" id="{11258722-EEC7-45FB-9D8C-05E7B0AE03E5}">
          <p14:sldIdLst>
            <p14:sldId id="16777205"/>
            <p14:sldId id="262"/>
            <p14:sldId id="291"/>
            <p14:sldId id="263"/>
            <p14:sldId id="292"/>
            <p14:sldId id="16777216"/>
            <p14:sldId id="16777217"/>
          </p14:sldIdLst>
        </p14:section>
        <p14:section name="技术方案" id="{EC63BB88-31BB-47CD-ABCD-90939EB7F450}">
          <p14:sldIdLst>
            <p14:sldId id="16777207"/>
            <p14:sldId id="289"/>
            <p14:sldId id="256"/>
            <p14:sldId id="258"/>
            <p14:sldId id="261"/>
          </p14:sldIdLst>
        </p14:section>
        <p14:section name="实施保障" id="{0EA4528E-3DB7-40F8-A715-CEEE30B11AD1}">
          <p14:sldIdLst>
            <p14:sldId id="16777209"/>
            <p14:sldId id="259"/>
            <p14:sldId id="295"/>
            <p14:sldId id="296"/>
            <p14:sldId id="297"/>
            <p14:sldId id="298"/>
            <p14:sldId id="16777219"/>
            <p14:sldId id="16777218"/>
          </p14:sldIdLst>
        </p14:section>
        <p14:section name="结束页" id="{BFE47CE3-8DAC-4E35-B963-16CB4FC33299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85D8"/>
    <a:srgbClr val="243EAB"/>
    <a:srgbClr val="2B44AD"/>
    <a:srgbClr val="98A8F9"/>
    <a:srgbClr val="7081CC"/>
    <a:srgbClr val="2C3E50"/>
    <a:srgbClr val="0144AE"/>
    <a:srgbClr val="6F89F9"/>
    <a:srgbClr val="3147AC"/>
    <a:srgbClr val="2535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21A214-7898-420B-BED7-9C07700418DE}" v="218" dt="2026-08-18T07:04:39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5592" autoAdjust="0"/>
  </p:normalViewPr>
  <p:slideViewPr>
    <p:cSldViewPr snapToGrid="0">
      <p:cViewPr varScale="1">
        <p:scale>
          <a:sx n="90" d="100"/>
          <a:sy n="90" d="100"/>
        </p:scale>
        <p:origin x="52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gs" Target="tags/tag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 Lei3 Tian | 田磊" userId="50a68b7d-c019-49a8-a834-f8dac43008d1" providerId="ADAL" clId="{D28C2E75-47EC-42AA-8E1C-9E75C0FE74D8}"/>
    <pc:docChg chg="custSel addSld delSld modSld sldOrd delSection modSection">
      <pc:chgData name="Lei Lei3 Tian | 田磊" userId="50a68b7d-c019-49a8-a834-f8dac43008d1" providerId="ADAL" clId="{D28C2E75-47EC-42AA-8E1C-9E75C0FE74D8}" dt="2026-08-18T07:04:39.596" v="651"/>
      <pc:docMkLst>
        <pc:docMk/>
      </pc:docMkLst>
      <pc:sldChg chg="modSp mod">
        <pc:chgData name="Lei Lei3 Tian | 田磊" userId="50a68b7d-c019-49a8-a834-f8dac43008d1" providerId="ADAL" clId="{D28C2E75-47EC-42AA-8E1C-9E75C0FE74D8}" dt="2026-08-18T07:03:27.829" v="629"/>
        <pc:sldMkLst>
          <pc:docMk/>
          <pc:sldMk cId="0" sldId="256"/>
        </pc:sldMkLst>
        <pc:spChg chg="mod">
          <ac:chgData name="Lei Lei3 Tian | 田磊" userId="50a68b7d-c019-49a8-a834-f8dac43008d1" providerId="ADAL" clId="{D28C2E75-47EC-42AA-8E1C-9E75C0FE74D8}" dt="2026-08-18T07:03:27.829" v="629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Lei Lei3 Tian | 田磊" userId="50a68b7d-c019-49a8-a834-f8dac43008d1" providerId="ADAL" clId="{D28C2E75-47EC-42AA-8E1C-9E75C0FE74D8}" dt="2026-08-18T07:03:32.095" v="631"/>
        <pc:sldMkLst>
          <pc:docMk/>
          <pc:sldMk cId="0" sldId="258"/>
        </pc:sldMkLst>
        <pc:spChg chg="mod">
          <ac:chgData name="Lei Lei3 Tian | 田磊" userId="50a68b7d-c019-49a8-a834-f8dac43008d1" providerId="ADAL" clId="{D28C2E75-47EC-42AA-8E1C-9E75C0FE74D8}" dt="2026-08-18T07:03:32.095" v="631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Lei Lei3 Tian | 田磊" userId="50a68b7d-c019-49a8-a834-f8dac43008d1" providerId="ADAL" clId="{D28C2E75-47EC-42AA-8E1C-9E75C0FE74D8}" dt="2026-08-18T07:04:09.962" v="640"/>
        <pc:sldMkLst>
          <pc:docMk/>
          <pc:sldMk cId="0" sldId="259"/>
        </pc:sldMkLst>
        <pc:spChg chg="mod">
          <ac:chgData name="Lei Lei3 Tian | 田磊" userId="50a68b7d-c019-49a8-a834-f8dac43008d1" providerId="ADAL" clId="{D28C2E75-47EC-42AA-8E1C-9E75C0FE74D8}" dt="2026-08-18T07:04:09.962" v="640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Lei Lei3 Tian | 田磊" userId="50a68b7d-c019-49a8-a834-f8dac43008d1" providerId="ADAL" clId="{D28C2E75-47EC-42AA-8E1C-9E75C0FE74D8}" dt="2026-08-18T06:55:49.074" v="551"/>
        <pc:sldMkLst>
          <pc:docMk/>
          <pc:sldMk cId="0" sldId="260"/>
        </pc:sldMkLst>
        <pc:spChg chg="mod">
          <ac:chgData name="Lei Lei3 Tian | 田磊" userId="50a68b7d-c019-49a8-a834-f8dac43008d1" providerId="ADAL" clId="{D28C2E75-47EC-42AA-8E1C-9E75C0FE74D8}" dt="2026-08-18T06:31:19.569" v="3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Lei Lei3 Tian | 田磊" userId="50a68b7d-c019-49a8-a834-f8dac43008d1" providerId="ADAL" clId="{D28C2E75-47EC-42AA-8E1C-9E75C0FE74D8}" dt="2026-08-18T06:55:49.074" v="551"/>
          <ac:spMkLst>
            <pc:docMk/>
            <pc:sldMk cId="0" sldId="260"/>
            <ac:spMk id="20" creationId="{00000000-0000-0000-0000-000000000000}"/>
          </ac:spMkLst>
        </pc:spChg>
      </pc:sldChg>
      <pc:sldChg chg="modSp mod">
        <pc:chgData name="Lei Lei3 Tian | 田磊" userId="50a68b7d-c019-49a8-a834-f8dac43008d1" providerId="ADAL" clId="{D28C2E75-47EC-42AA-8E1C-9E75C0FE74D8}" dt="2026-08-18T07:03:36.203" v="633"/>
        <pc:sldMkLst>
          <pc:docMk/>
          <pc:sldMk cId="0" sldId="261"/>
        </pc:sldMkLst>
        <pc:spChg chg="mod">
          <ac:chgData name="Lei Lei3 Tian | 田磊" userId="50a68b7d-c019-49a8-a834-f8dac43008d1" providerId="ADAL" clId="{D28C2E75-47EC-42AA-8E1C-9E75C0FE74D8}" dt="2026-08-18T07:03:36.203" v="633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Lei Lei3 Tian | 田磊" userId="50a68b7d-c019-49a8-a834-f8dac43008d1" providerId="ADAL" clId="{D28C2E75-47EC-42AA-8E1C-9E75C0FE74D8}" dt="2026-08-18T07:01:57.503" v="585" actId="6549"/>
        <pc:sldMkLst>
          <pc:docMk/>
          <pc:sldMk cId="0" sldId="262"/>
        </pc:sldMkLst>
        <pc:spChg chg="mod">
          <ac:chgData name="Lei Lei3 Tian | 田磊" userId="50a68b7d-c019-49a8-a834-f8dac43008d1" providerId="ADAL" clId="{D28C2E75-47EC-42AA-8E1C-9E75C0FE74D8}" dt="2026-08-18T07:01:57.503" v="585" actId="6549"/>
          <ac:spMkLst>
            <pc:docMk/>
            <pc:sldMk cId="0" sldId="262"/>
            <ac:spMk id="2" creationId="{00000000-0000-0000-0000-000000000000}"/>
          </ac:spMkLst>
        </pc:spChg>
      </pc:sldChg>
      <pc:sldChg chg="modSp mod">
        <pc:chgData name="Lei Lei3 Tian | 田磊" userId="50a68b7d-c019-49a8-a834-f8dac43008d1" providerId="ADAL" clId="{D28C2E75-47EC-42AA-8E1C-9E75C0FE74D8}" dt="2026-08-18T07:02:39.439" v="604"/>
        <pc:sldMkLst>
          <pc:docMk/>
          <pc:sldMk cId="0" sldId="263"/>
        </pc:sldMkLst>
        <pc:spChg chg="mod">
          <ac:chgData name="Lei Lei3 Tian | 田磊" userId="50a68b7d-c019-49a8-a834-f8dac43008d1" providerId="ADAL" clId="{D28C2E75-47EC-42AA-8E1C-9E75C0FE74D8}" dt="2026-08-18T07:02:39.439" v="604"/>
          <ac:spMkLst>
            <pc:docMk/>
            <pc:sldMk cId="0" sldId="263"/>
            <ac:spMk id="2" creationId="{00000000-0000-0000-0000-000000000000}"/>
          </ac:spMkLst>
        </pc:spChg>
      </pc:sldChg>
      <pc:sldChg chg="addSp delSp modSp mod">
        <pc:chgData name="Lei Lei3 Tian | 田磊" userId="50a68b7d-c019-49a8-a834-f8dac43008d1" providerId="ADAL" clId="{D28C2E75-47EC-42AA-8E1C-9E75C0FE74D8}" dt="2026-08-18T07:03:52.964" v="638"/>
        <pc:sldMkLst>
          <pc:docMk/>
          <pc:sldMk cId="0" sldId="276"/>
        </pc:sldMkLst>
        <pc:spChg chg="del">
          <ac:chgData name="Lei Lei3 Tian | 田磊" userId="50a68b7d-c019-49a8-a834-f8dac43008d1" providerId="ADAL" clId="{D28C2E75-47EC-42AA-8E1C-9E75C0FE74D8}" dt="2026-08-18T06:30:33.716" v="0" actId="478"/>
          <ac:spMkLst>
            <pc:docMk/>
            <pc:sldMk cId="0" sldId="276"/>
            <ac:spMk id="2" creationId="{00000000-0000-0000-0000-000000000000}"/>
          </ac:spMkLst>
        </pc:spChg>
        <pc:spChg chg="mod">
          <ac:chgData name="Lei Lei3 Tian | 田磊" userId="50a68b7d-c019-49a8-a834-f8dac43008d1" providerId="ADAL" clId="{D28C2E75-47EC-42AA-8E1C-9E75C0FE74D8}" dt="2026-08-18T06:55:22.968" v="544"/>
          <ac:spMkLst>
            <pc:docMk/>
            <pc:sldMk cId="0" sldId="276"/>
            <ac:spMk id="3" creationId="{00000000-0000-0000-0000-000000000000}"/>
          </ac:spMkLst>
        </pc:spChg>
        <pc:spChg chg="mod">
          <ac:chgData name="Lei Lei3 Tian | 田磊" userId="50a68b7d-c019-49a8-a834-f8dac43008d1" providerId="ADAL" clId="{D28C2E75-47EC-42AA-8E1C-9E75C0FE74D8}" dt="2026-08-18T06:55:27.093" v="546"/>
          <ac:spMkLst>
            <pc:docMk/>
            <pc:sldMk cId="0" sldId="276"/>
            <ac:spMk id="4" creationId="{00000000-0000-0000-0000-000000000000}"/>
          </ac:spMkLst>
        </pc:spChg>
        <pc:spChg chg="mod">
          <ac:chgData name="Lei Lei3 Tian | 田磊" userId="50a68b7d-c019-49a8-a834-f8dac43008d1" providerId="ADAL" clId="{D28C2E75-47EC-42AA-8E1C-9E75C0FE74D8}" dt="2026-08-18T07:03:52.964" v="638"/>
          <ac:spMkLst>
            <pc:docMk/>
            <pc:sldMk cId="0" sldId="276"/>
            <ac:spMk id="5" creationId="{00000000-0000-0000-0000-000000000000}"/>
          </ac:spMkLst>
        </pc:spChg>
        <pc:spChg chg="add mod">
          <ac:chgData name="Lei Lei3 Tian | 田磊" userId="50a68b7d-c019-49a8-a834-f8dac43008d1" providerId="ADAL" clId="{D28C2E75-47EC-42AA-8E1C-9E75C0FE74D8}" dt="2026-08-18T06:55:38.032" v="549" actId="20577"/>
          <ac:spMkLst>
            <pc:docMk/>
            <pc:sldMk cId="0" sldId="276"/>
            <ac:spMk id="7" creationId="{52AE8BD6-4297-3A3B-0121-F7D92F68EF11}"/>
          </ac:spMkLst>
        </pc:spChg>
        <pc:spChg chg="mod">
          <ac:chgData name="Lei Lei3 Tian | 田磊" userId="50a68b7d-c019-49a8-a834-f8dac43008d1" providerId="ADAL" clId="{D28C2E75-47EC-42AA-8E1C-9E75C0FE74D8}" dt="2026-08-18T06:54:20.994" v="532"/>
          <ac:spMkLst>
            <pc:docMk/>
            <pc:sldMk cId="0" sldId="276"/>
            <ac:spMk id="20" creationId="{00000000-0000-0000-0000-000000000000}"/>
          </ac:spMkLst>
        </pc:spChg>
      </pc:sldChg>
      <pc:sldChg chg="del">
        <pc:chgData name="Lei Lei3 Tian | 田磊" userId="50a68b7d-c019-49a8-a834-f8dac43008d1" providerId="ADAL" clId="{D28C2E75-47EC-42AA-8E1C-9E75C0FE74D8}" dt="2026-08-18T06:42:48.092" v="406" actId="47"/>
        <pc:sldMkLst>
          <pc:docMk/>
          <pc:sldMk cId="0" sldId="285"/>
        </pc:sldMkLst>
      </pc:sldChg>
      <pc:sldChg chg="del">
        <pc:chgData name="Lei Lei3 Tian | 田磊" userId="50a68b7d-c019-49a8-a834-f8dac43008d1" providerId="ADAL" clId="{D28C2E75-47EC-42AA-8E1C-9E75C0FE74D8}" dt="2026-08-18T06:42:48.735" v="407" actId="47"/>
        <pc:sldMkLst>
          <pc:docMk/>
          <pc:sldMk cId="0" sldId="286"/>
        </pc:sldMkLst>
      </pc:sldChg>
      <pc:sldChg chg="modSp mod">
        <pc:chgData name="Lei Lei3 Tian | 田磊" userId="50a68b7d-c019-49a8-a834-f8dac43008d1" providerId="ADAL" clId="{D28C2E75-47EC-42AA-8E1C-9E75C0FE74D8}" dt="2026-08-18T06:56:01.696" v="555"/>
        <pc:sldMkLst>
          <pc:docMk/>
          <pc:sldMk cId="0" sldId="287"/>
        </pc:sldMkLst>
        <pc:spChg chg="mod">
          <ac:chgData name="Lei Lei3 Tian | 田磊" userId="50a68b7d-c019-49a8-a834-f8dac43008d1" providerId="ADAL" clId="{D28C2E75-47EC-42AA-8E1C-9E75C0FE74D8}" dt="2026-08-18T06:56:01.696" v="555"/>
          <ac:spMkLst>
            <pc:docMk/>
            <pc:sldMk cId="0" sldId="287"/>
            <ac:spMk id="2" creationId="{00000000-0000-0000-0000-000000000000}"/>
          </ac:spMkLst>
        </pc:spChg>
      </pc:sldChg>
      <pc:sldChg chg="modSp mod">
        <pc:chgData name="Lei Lei3 Tian | 田磊" userId="50a68b7d-c019-49a8-a834-f8dac43008d1" providerId="ADAL" clId="{D28C2E75-47EC-42AA-8E1C-9E75C0FE74D8}" dt="2026-08-18T07:03:23.705" v="627"/>
        <pc:sldMkLst>
          <pc:docMk/>
          <pc:sldMk cId="0" sldId="289"/>
        </pc:sldMkLst>
        <pc:spChg chg="mod">
          <ac:chgData name="Lei Lei3 Tian | 田磊" userId="50a68b7d-c019-49a8-a834-f8dac43008d1" providerId="ADAL" clId="{D28C2E75-47EC-42AA-8E1C-9E75C0FE74D8}" dt="2026-08-18T07:03:23.705" v="627"/>
          <ac:spMkLst>
            <pc:docMk/>
            <pc:sldMk cId="0" sldId="289"/>
            <ac:spMk id="2" creationId="{00000000-0000-0000-0000-000000000000}"/>
          </ac:spMkLst>
        </pc:spChg>
      </pc:sldChg>
      <pc:sldChg chg="modSp mod">
        <pc:chgData name="Lei Lei3 Tian | 田磊" userId="50a68b7d-c019-49a8-a834-f8dac43008d1" providerId="ADAL" clId="{D28C2E75-47EC-42AA-8E1C-9E75C0FE74D8}" dt="2026-08-18T07:02:31.075" v="597" actId="6549"/>
        <pc:sldMkLst>
          <pc:docMk/>
          <pc:sldMk cId="0" sldId="291"/>
        </pc:sldMkLst>
        <pc:spChg chg="mod">
          <ac:chgData name="Lei Lei3 Tian | 田磊" userId="50a68b7d-c019-49a8-a834-f8dac43008d1" providerId="ADAL" clId="{D28C2E75-47EC-42AA-8E1C-9E75C0FE74D8}" dt="2026-08-18T07:02:31.075" v="597" actId="6549"/>
          <ac:spMkLst>
            <pc:docMk/>
            <pc:sldMk cId="0" sldId="291"/>
            <ac:spMk id="2" creationId="{00000000-0000-0000-0000-000000000000}"/>
          </ac:spMkLst>
        </pc:spChg>
      </pc:sldChg>
      <pc:sldChg chg="modSp mod">
        <pc:chgData name="Lei Lei3 Tian | 田磊" userId="50a68b7d-c019-49a8-a834-f8dac43008d1" providerId="ADAL" clId="{D28C2E75-47EC-42AA-8E1C-9E75C0FE74D8}" dt="2026-08-18T07:02:47.384" v="611"/>
        <pc:sldMkLst>
          <pc:docMk/>
          <pc:sldMk cId="0" sldId="292"/>
        </pc:sldMkLst>
        <pc:spChg chg="mod">
          <ac:chgData name="Lei Lei3 Tian | 田磊" userId="50a68b7d-c019-49a8-a834-f8dac43008d1" providerId="ADAL" clId="{D28C2E75-47EC-42AA-8E1C-9E75C0FE74D8}" dt="2026-08-18T07:02:47.384" v="611"/>
          <ac:spMkLst>
            <pc:docMk/>
            <pc:sldMk cId="0" sldId="292"/>
            <ac:spMk id="2" creationId="{00000000-0000-0000-0000-000000000000}"/>
          </ac:spMkLst>
        </pc:spChg>
      </pc:sldChg>
      <pc:sldChg chg="del">
        <pc:chgData name="Lei Lei3 Tian | 田磊" userId="50a68b7d-c019-49a8-a834-f8dac43008d1" providerId="ADAL" clId="{D28C2E75-47EC-42AA-8E1C-9E75C0FE74D8}" dt="2026-08-18T06:42:49.902" v="409" actId="47"/>
        <pc:sldMkLst>
          <pc:docMk/>
          <pc:sldMk cId="0" sldId="293"/>
        </pc:sldMkLst>
      </pc:sldChg>
      <pc:sldChg chg="modSp mod">
        <pc:chgData name="Lei Lei3 Tian | 田磊" userId="50a68b7d-c019-49a8-a834-f8dac43008d1" providerId="ADAL" clId="{D28C2E75-47EC-42AA-8E1C-9E75C0FE74D8}" dt="2026-08-18T07:04:15.388" v="641"/>
        <pc:sldMkLst>
          <pc:docMk/>
          <pc:sldMk cId="0" sldId="295"/>
        </pc:sldMkLst>
        <pc:spChg chg="mod">
          <ac:chgData name="Lei Lei3 Tian | 田磊" userId="50a68b7d-c019-49a8-a834-f8dac43008d1" providerId="ADAL" clId="{D28C2E75-47EC-42AA-8E1C-9E75C0FE74D8}" dt="2026-08-18T07:04:15.388" v="641"/>
          <ac:spMkLst>
            <pc:docMk/>
            <pc:sldMk cId="0" sldId="295"/>
            <ac:spMk id="2" creationId="{00000000-0000-0000-0000-000000000000}"/>
          </ac:spMkLst>
        </pc:spChg>
      </pc:sldChg>
      <pc:sldChg chg="modSp mod">
        <pc:chgData name="Lei Lei3 Tian | 田磊" userId="50a68b7d-c019-49a8-a834-f8dac43008d1" providerId="ADAL" clId="{D28C2E75-47EC-42AA-8E1C-9E75C0FE74D8}" dt="2026-08-18T07:04:18.514" v="642"/>
        <pc:sldMkLst>
          <pc:docMk/>
          <pc:sldMk cId="0" sldId="296"/>
        </pc:sldMkLst>
        <pc:spChg chg="mod">
          <ac:chgData name="Lei Lei3 Tian | 田磊" userId="50a68b7d-c019-49a8-a834-f8dac43008d1" providerId="ADAL" clId="{D28C2E75-47EC-42AA-8E1C-9E75C0FE74D8}" dt="2026-08-18T07:04:18.514" v="642"/>
          <ac:spMkLst>
            <pc:docMk/>
            <pc:sldMk cId="0" sldId="296"/>
            <ac:spMk id="2" creationId="{00000000-0000-0000-0000-000000000000}"/>
          </ac:spMkLst>
        </pc:spChg>
      </pc:sldChg>
      <pc:sldChg chg="modSp mod">
        <pc:chgData name="Lei Lei3 Tian | 田磊" userId="50a68b7d-c019-49a8-a834-f8dac43008d1" providerId="ADAL" clId="{D28C2E75-47EC-42AA-8E1C-9E75C0FE74D8}" dt="2026-08-18T07:04:22.210" v="643"/>
        <pc:sldMkLst>
          <pc:docMk/>
          <pc:sldMk cId="0" sldId="297"/>
        </pc:sldMkLst>
        <pc:spChg chg="mod">
          <ac:chgData name="Lei Lei3 Tian | 田磊" userId="50a68b7d-c019-49a8-a834-f8dac43008d1" providerId="ADAL" clId="{D28C2E75-47EC-42AA-8E1C-9E75C0FE74D8}" dt="2026-08-18T07:04:22.210" v="643"/>
          <ac:spMkLst>
            <pc:docMk/>
            <pc:sldMk cId="0" sldId="297"/>
            <ac:spMk id="2" creationId="{00000000-0000-0000-0000-000000000000}"/>
          </ac:spMkLst>
        </pc:spChg>
      </pc:sldChg>
      <pc:sldChg chg="modSp mod">
        <pc:chgData name="Lei Lei3 Tian | 田磊" userId="50a68b7d-c019-49a8-a834-f8dac43008d1" providerId="ADAL" clId="{D28C2E75-47EC-42AA-8E1C-9E75C0FE74D8}" dt="2026-08-18T07:04:25.120" v="644"/>
        <pc:sldMkLst>
          <pc:docMk/>
          <pc:sldMk cId="0" sldId="298"/>
        </pc:sldMkLst>
        <pc:spChg chg="mod">
          <ac:chgData name="Lei Lei3 Tian | 田磊" userId="50a68b7d-c019-49a8-a834-f8dac43008d1" providerId="ADAL" clId="{D28C2E75-47EC-42AA-8E1C-9E75C0FE74D8}" dt="2026-08-18T07:04:25.120" v="644"/>
          <ac:spMkLst>
            <pc:docMk/>
            <pc:sldMk cId="0" sldId="298"/>
            <ac:spMk id="2" creationId="{00000000-0000-0000-0000-000000000000}"/>
          </ac:spMkLst>
        </pc:spChg>
      </pc:sldChg>
      <pc:sldChg chg="modSp mod">
        <pc:chgData name="Lei Lei3 Tian | 田磊" userId="50a68b7d-c019-49a8-a834-f8dac43008d1" providerId="ADAL" clId="{D28C2E75-47EC-42AA-8E1C-9E75C0FE74D8}" dt="2026-08-18T06:55:58.024" v="553"/>
        <pc:sldMkLst>
          <pc:docMk/>
          <pc:sldMk cId="0" sldId="16777204"/>
        </pc:sldMkLst>
        <pc:spChg chg="mod">
          <ac:chgData name="Lei Lei3 Tian | 田磊" userId="50a68b7d-c019-49a8-a834-f8dac43008d1" providerId="ADAL" clId="{D28C2E75-47EC-42AA-8E1C-9E75C0FE74D8}" dt="2026-08-18T06:55:58.024" v="553"/>
          <ac:spMkLst>
            <pc:docMk/>
            <pc:sldMk cId="0" sldId="16777204"/>
            <ac:spMk id="2" creationId="{00000000-0000-0000-0000-000000000000}"/>
          </ac:spMkLst>
        </pc:spChg>
      </pc:sldChg>
      <pc:sldChg chg="modSp mod">
        <pc:chgData name="Lei Lei3 Tian | 田磊" userId="50a68b7d-c019-49a8-a834-f8dac43008d1" providerId="ADAL" clId="{D28C2E75-47EC-42AA-8E1C-9E75C0FE74D8}" dt="2026-08-18T06:56:24.648" v="571" actId="6549"/>
        <pc:sldMkLst>
          <pc:docMk/>
          <pc:sldMk cId="0" sldId="16777205"/>
        </pc:sldMkLst>
        <pc:spChg chg="mod">
          <ac:chgData name="Lei Lei3 Tian | 田磊" userId="50a68b7d-c019-49a8-a834-f8dac43008d1" providerId="ADAL" clId="{D28C2E75-47EC-42AA-8E1C-9E75C0FE74D8}" dt="2026-08-18T06:46:54.604" v="478" actId="20577"/>
          <ac:spMkLst>
            <pc:docMk/>
            <pc:sldMk cId="0" sldId="16777205"/>
            <ac:spMk id="2" creationId="{00000000-0000-0000-0000-000000000000}"/>
          </ac:spMkLst>
        </pc:spChg>
        <pc:spChg chg="mod">
          <ac:chgData name="Lei Lei3 Tian | 田磊" userId="50a68b7d-c019-49a8-a834-f8dac43008d1" providerId="ADAL" clId="{D28C2E75-47EC-42AA-8E1C-9E75C0FE74D8}" dt="2026-08-18T06:56:24.648" v="571" actId="6549"/>
          <ac:spMkLst>
            <pc:docMk/>
            <pc:sldMk cId="0" sldId="16777205"/>
            <ac:spMk id="20" creationId="{00000000-0000-0000-0000-000000000000}"/>
          </ac:spMkLst>
        </pc:spChg>
      </pc:sldChg>
      <pc:sldChg chg="modSp mod">
        <pc:chgData name="Lei Lei3 Tian | 田磊" userId="50a68b7d-c019-49a8-a834-f8dac43008d1" providerId="ADAL" clId="{D28C2E75-47EC-42AA-8E1C-9E75C0FE74D8}" dt="2026-08-18T07:00:09.890" v="573"/>
        <pc:sldMkLst>
          <pc:docMk/>
          <pc:sldMk cId="0" sldId="16777207"/>
        </pc:sldMkLst>
        <pc:spChg chg="mod">
          <ac:chgData name="Lei Lei3 Tian | 田磊" userId="50a68b7d-c019-49a8-a834-f8dac43008d1" providerId="ADAL" clId="{D28C2E75-47EC-42AA-8E1C-9E75C0FE74D8}" dt="2026-08-18T06:38:19.243" v="301"/>
          <ac:spMkLst>
            <pc:docMk/>
            <pc:sldMk cId="0" sldId="16777207"/>
            <ac:spMk id="3" creationId="{00000000-0000-0000-0000-000000000000}"/>
          </ac:spMkLst>
        </pc:spChg>
        <pc:spChg chg="mod">
          <ac:chgData name="Lei Lei3 Tian | 田磊" userId="50a68b7d-c019-49a8-a834-f8dac43008d1" providerId="ADAL" clId="{D28C2E75-47EC-42AA-8E1C-9E75C0FE74D8}" dt="2026-08-18T07:00:09.890" v="573"/>
          <ac:spMkLst>
            <pc:docMk/>
            <pc:sldMk cId="0" sldId="16777207"/>
            <ac:spMk id="20" creationId="{00000000-0000-0000-0000-000000000000}"/>
          </ac:spMkLst>
        </pc:spChg>
      </pc:sldChg>
      <pc:sldChg chg="modSp mod">
        <pc:chgData name="Lei Lei3 Tian | 田磊" userId="50a68b7d-c019-49a8-a834-f8dac43008d1" providerId="ADAL" clId="{D28C2E75-47EC-42AA-8E1C-9E75C0FE74D8}" dt="2026-08-18T07:03:41.698" v="635"/>
        <pc:sldMkLst>
          <pc:docMk/>
          <pc:sldMk cId="0" sldId="16777209"/>
        </pc:sldMkLst>
        <pc:spChg chg="mod">
          <ac:chgData name="Lei Lei3 Tian | 田磊" userId="50a68b7d-c019-49a8-a834-f8dac43008d1" providerId="ADAL" clId="{D28C2E75-47EC-42AA-8E1C-9E75C0FE74D8}" dt="2026-08-18T06:51:27.279" v="479" actId="21"/>
          <ac:spMkLst>
            <pc:docMk/>
            <pc:sldMk cId="0" sldId="16777209"/>
            <ac:spMk id="10" creationId="{00000000-0000-0000-0000-000000000000}"/>
          </ac:spMkLst>
        </pc:spChg>
        <pc:spChg chg="mod">
          <ac:chgData name="Lei Lei3 Tian | 田磊" userId="50a68b7d-c019-49a8-a834-f8dac43008d1" providerId="ADAL" clId="{D28C2E75-47EC-42AA-8E1C-9E75C0FE74D8}" dt="2026-08-18T07:03:41.698" v="635"/>
          <ac:spMkLst>
            <pc:docMk/>
            <pc:sldMk cId="0" sldId="16777209"/>
            <ac:spMk id="20" creationId="{00000000-0000-0000-0000-000000000000}"/>
          </ac:spMkLst>
        </pc:spChg>
      </pc:sldChg>
      <pc:sldChg chg="del">
        <pc:chgData name="Lei Lei3 Tian | 田磊" userId="50a68b7d-c019-49a8-a834-f8dac43008d1" providerId="ADAL" clId="{D28C2E75-47EC-42AA-8E1C-9E75C0FE74D8}" dt="2026-08-18T06:42:47.221" v="405" actId="47"/>
        <pc:sldMkLst>
          <pc:docMk/>
          <pc:sldMk cId="0" sldId="16777210"/>
        </pc:sldMkLst>
      </pc:sldChg>
      <pc:sldChg chg="modSp mod">
        <pc:chgData name="Lei Lei3 Tian | 田磊" userId="50a68b7d-c019-49a8-a834-f8dac43008d1" providerId="ADAL" clId="{D28C2E75-47EC-42AA-8E1C-9E75C0FE74D8}" dt="2026-08-18T06:56:10.679" v="559"/>
        <pc:sldMkLst>
          <pc:docMk/>
          <pc:sldMk cId="0" sldId="16777212"/>
        </pc:sldMkLst>
        <pc:spChg chg="mod">
          <ac:chgData name="Lei Lei3 Tian | 田磊" userId="50a68b7d-c019-49a8-a834-f8dac43008d1" providerId="ADAL" clId="{D28C2E75-47EC-42AA-8E1C-9E75C0FE74D8}" dt="2026-08-18T06:56:10.679" v="559"/>
          <ac:spMkLst>
            <pc:docMk/>
            <pc:sldMk cId="0" sldId="16777212"/>
            <ac:spMk id="2" creationId="{00000000-0000-0000-0000-000000000000}"/>
          </ac:spMkLst>
        </pc:spChg>
      </pc:sldChg>
      <pc:sldChg chg="del">
        <pc:chgData name="Lei Lei3 Tian | 田磊" userId="50a68b7d-c019-49a8-a834-f8dac43008d1" providerId="ADAL" clId="{D28C2E75-47EC-42AA-8E1C-9E75C0FE74D8}" dt="2026-08-18T06:42:49.148" v="408" actId="47"/>
        <pc:sldMkLst>
          <pc:docMk/>
          <pc:sldMk cId="0" sldId="16777213"/>
        </pc:sldMkLst>
      </pc:sldChg>
      <pc:sldChg chg="modSp mod">
        <pc:chgData name="Lei Lei3 Tian | 田磊" userId="50a68b7d-c019-49a8-a834-f8dac43008d1" providerId="ADAL" clId="{D28C2E75-47EC-42AA-8E1C-9E75C0FE74D8}" dt="2026-08-18T06:56:06.079" v="557"/>
        <pc:sldMkLst>
          <pc:docMk/>
          <pc:sldMk cId="0" sldId="16777214"/>
        </pc:sldMkLst>
        <pc:spChg chg="mod">
          <ac:chgData name="Lei Lei3 Tian | 田磊" userId="50a68b7d-c019-49a8-a834-f8dac43008d1" providerId="ADAL" clId="{D28C2E75-47EC-42AA-8E1C-9E75C0FE74D8}" dt="2026-08-18T06:56:06.079" v="557"/>
          <ac:spMkLst>
            <pc:docMk/>
            <pc:sldMk cId="0" sldId="16777214"/>
            <ac:spMk id="2" creationId="{00000000-0000-0000-0000-000000000000}"/>
          </ac:spMkLst>
        </pc:spChg>
      </pc:sldChg>
      <pc:sldChg chg="modSp new mod">
        <pc:chgData name="Lei Lei3 Tian | 田磊" userId="50a68b7d-c019-49a8-a834-f8dac43008d1" providerId="ADAL" clId="{D28C2E75-47EC-42AA-8E1C-9E75C0FE74D8}" dt="2026-08-18T07:02:55.970" v="618"/>
        <pc:sldMkLst>
          <pc:docMk/>
          <pc:sldMk cId="911625101" sldId="16777216"/>
        </pc:sldMkLst>
        <pc:spChg chg="mod">
          <ac:chgData name="Lei Lei3 Tian | 田磊" userId="50a68b7d-c019-49a8-a834-f8dac43008d1" providerId="ADAL" clId="{D28C2E75-47EC-42AA-8E1C-9E75C0FE74D8}" dt="2026-08-18T07:02:55.970" v="618"/>
          <ac:spMkLst>
            <pc:docMk/>
            <pc:sldMk cId="911625101" sldId="16777216"/>
            <ac:spMk id="3" creationId="{B53DAA7D-E837-4C6C-F671-4C1576EF751C}"/>
          </ac:spMkLst>
        </pc:spChg>
      </pc:sldChg>
      <pc:sldChg chg="modSp new mod">
        <pc:chgData name="Lei Lei3 Tian | 田磊" userId="50a68b7d-c019-49a8-a834-f8dac43008d1" providerId="ADAL" clId="{D28C2E75-47EC-42AA-8E1C-9E75C0FE74D8}" dt="2026-08-18T07:03:04.688" v="625"/>
        <pc:sldMkLst>
          <pc:docMk/>
          <pc:sldMk cId="2520327196" sldId="16777217"/>
        </pc:sldMkLst>
        <pc:spChg chg="mod">
          <ac:chgData name="Lei Lei3 Tian | 田磊" userId="50a68b7d-c019-49a8-a834-f8dac43008d1" providerId="ADAL" clId="{D28C2E75-47EC-42AA-8E1C-9E75C0FE74D8}" dt="2026-08-18T07:03:04.688" v="625"/>
          <ac:spMkLst>
            <pc:docMk/>
            <pc:sldMk cId="2520327196" sldId="16777217"/>
            <ac:spMk id="3" creationId="{E0A1EFDB-1621-51F0-A1F4-5B0696ED9A08}"/>
          </ac:spMkLst>
        </pc:spChg>
      </pc:sldChg>
      <pc:sldChg chg="modSp new mod">
        <pc:chgData name="Lei Lei3 Tian | 田磊" userId="50a68b7d-c019-49a8-a834-f8dac43008d1" providerId="ADAL" clId="{D28C2E75-47EC-42AA-8E1C-9E75C0FE74D8}" dt="2026-08-18T07:04:39.596" v="651"/>
        <pc:sldMkLst>
          <pc:docMk/>
          <pc:sldMk cId="3740763799" sldId="16777218"/>
        </pc:sldMkLst>
        <pc:spChg chg="mod">
          <ac:chgData name="Lei Lei3 Tian | 田磊" userId="50a68b7d-c019-49a8-a834-f8dac43008d1" providerId="ADAL" clId="{D28C2E75-47EC-42AA-8E1C-9E75C0FE74D8}" dt="2026-08-18T07:04:39.596" v="651"/>
          <ac:spMkLst>
            <pc:docMk/>
            <pc:sldMk cId="3740763799" sldId="16777218"/>
            <ac:spMk id="3" creationId="{C3A5B992-3974-EBB3-4EA8-AAEDE2CD36D1}"/>
          </ac:spMkLst>
        </pc:spChg>
      </pc:sldChg>
      <pc:sldChg chg="modSp add mod ord">
        <pc:chgData name="Lei Lei3 Tian | 田磊" userId="50a68b7d-c019-49a8-a834-f8dac43008d1" providerId="ADAL" clId="{D28C2E75-47EC-42AA-8E1C-9E75C0FE74D8}" dt="2026-08-18T07:04:29.553" v="645" actId="20577"/>
        <pc:sldMkLst>
          <pc:docMk/>
          <pc:sldMk cId="2301882959" sldId="16777219"/>
        </pc:sldMkLst>
        <pc:spChg chg="mod">
          <ac:chgData name="Lei Lei3 Tian | 田磊" userId="50a68b7d-c019-49a8-a834-f8dac43008d1" providerId="ADAL" clId="{D28C2E75-47EC-42AA-8E1C-9E75C0FE74D8}" dt="2026-08-18T06:53:18.613" v="514" actId="20577"/>
          <ac:spMkLst>
            <pc:docMk/>
            <pc:sldMk cId="2301882959" sldId="16777219"/>
            <ac:spMk id="10" creationId="{2B6A9841-137A-7C68-701A-78DB58611B9E}"/>
          </ac:spMkLst>
        </pc:spChg>
        <pc:spChg chg="mod">
          <ac:chgData name="Lei Lei3 Tian | 田磊" userId="50a68b7d-c019-49a8-a834-f8dac43008d1" providerId="ADAL" clId="{D28C2E75-47EC-42AA-8E1C-9E75C0FE74D8}" dt="2026-08-18T07:04:29.553" v="645" actId="20577"/>
          <ac:spMkLst>
            <pc:docMk/>
            <pc:sldMk cId="2301882959" sldId="16777219"/>
            <ac:spMk id="20" creationId="{82F185F1-A01D-2A1B-452A-F0D78B635C45}"/>
          </ac:spMkLst>
        </pc:spChg>
      </pc:sldChg>
      <pc:sldChg chg="add del">
        <pc:chgData name="Lei Lei3 Tian | 田磊" userId="50a68b7d-c019-49a8-a834-f8dac43008d1" providerId="ADAL" clId="{D28C2E75-47EC-42AA-8E1C-9E75C0FE74D8}" dt="2026-08-18T06:52:08.115" v="491"/>
        <pc:sldMkLst>
          <pc:docMk/>
          <pc:sldMk cId="0" sldId="1677722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8E1C1-EB76-4184-A623-1F1D0D8C56DB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2026/8/18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9718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9377363"/>
            <a:ext cx="29718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F91C8-888E-4593-98D3-92DBA7B5C4AA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C8C697B2-CE4C-43FB-BDDF-454C37B41878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68313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51219"/>
            <a:ext cx="548640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71800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377317"/>
            <a:ext cx="2971800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AF117B90-CF89-489E-9DB8-7A5C7B9EC6E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E3B3F-BEDC-76E5-FD28-E6B91343E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BE3CAE-FC25-83C1-5D0B-749FA3BCE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4C9742-09C8-24B3-C295-230053FE9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6667DD-66CD-8CAD-66AA-D8B3E5F83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r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630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F117B90-CF89-489E-9DB8-7A5C7B9EC6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" y="1788"/>
            <a:ext cx="12192000" cy="6856212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9200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标准版</a:t>
            </a:r>
            <a:br>
              <a:rPr lang="en-US" altLang="zh-CN"/>
            </a:br>
            <a:r>
              <a:rPr lang="zh-CN" altLang="en-US"/>
              <a:t>演示标题</a:t>
            </a:r>
            <a:br>
              <a:rPr lang="en-US" altLang="zh-CN"/>
            </a:br>
            <a:r>
              <a:rPr lang="zh-CN" altLang="en-US"/>
              <a:t>区域</a:t>
            </a:r>
            <a:endParaRPr lang="en-US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9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主讲人姓名 </a:t>
            </a:r>
            <a:r>
              <a:rPr lang="en-US" altLang="zh-CN"/>
              <a:t>| </a:t>
            </a:r>
            <a:r>
              <a:rPr lang="zh-CN" altLang="en-US"/>
              <a:t>日期</a:t>
            </a:r>
          </a:p>
        </p:txBody>
      </p:sp>
      <p:sp>
        <p:nvSpPr>
          <p:cNvPr id="5" name="文本框 4"/>
          <p:cNvSpPr txBox="1"/>
          <p:nvPr userDrawn="1"/>
        </p:nvSpPr>
        <p:spPr>
          <a:xfrm>
            <a:off x="2612400" y="816114"/>
            <a:ext cx="61909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联想全栈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AI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让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AI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成为创新生产力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0612" y="6501661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 Lenovo Internal. All rights reserved.</a:t>
            </a:r>
          </a:p>
        </p:txBody>
      </p:sp>
      <p:pic>
        <p:nvPicPr>
          <p:cNvPr id="10" name="图片 9" descr="徽标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1733" y="425070"/>
            <a:ext cx="2510119" cy="141194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6212"/>
          </a:xfrm>
          <a:prstGeom prst="rect">
            <a:avLst/>
          </a:prstGeom>
        </p:spPr>
      </p:pic>
      <p:pic>
        <p:nvPicPr>
          <p:cNvPr id="7" name="图片 6" descr="城市的风景&#10;&#10;描述已自动生成"/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7618809" y="-1787"/>
            <a:ext cx="4573189" cy="685978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2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3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9200" rtl="0" eaLnBrk="1" latinLnBrk="0" hangingPunct="1">
              <a:lnSpc>
                <a:spcPts val="5700"/>
              </a:lnSpc>
              <a:spcBef>
                <a:spcPct val="0"/>
              </a:spcBef>
              <a:buNone/>
              <a:defRPr lang="en-US" sz="5400" b="1" kern="1200" cap="none" spc="-150" baseline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章节标题区域</a:t>
            </a:r>
            <a:endParaRPr lang="en-US"/>
          </a:p>
        </p:txBody>
      </p:sp>
      <p:sp>
        <p:nvSpPr>
          <p:cNvPr id="27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1"/>
            <a:ext cx="6265272" cy="346249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ts val="2700"/>
              </a:lnSpc>
              <a:spcBef>
                <a:spcPts val="0"/>
              </a:spcBef>
              <a:buNone/>
              <a:defRPr sz="2400" spc="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副标题区域</a:t>
            </a:r>
          </a:p>
        </p:txBody>
      </p:sp>
      <p:sp>
        <p:nvSpPr>
          <p:cNvPr id="5" name="文本框 4"/>
          <p:cNvSpPr txBox="1"/>
          <p:nvPr userDrawn="1"/>
        </p:nvSpPr>
        <p:spPr>
          <a:xfrm>
            <a:off x="682053" y="701410"/>
            <a:ext cx="61909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联想全栈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AI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让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AI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成为创新生产力</a:t>
            </a:r>
          </a:p>
        </p:txBody>
      </p:sp>
      <p:sp>
        <p:nvSpPr>
          <p:cNvPr id="15" name="TextBox 1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 Lenovo Internal. All rights reserved.</a:t>
            </a: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5988" y="6454323"/>
            <a:ext cx="964049" cy="193146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9214" cy="6859568"/>
          </a:xfrm>
          <a:prstGeom prst="rect">
            <a:avLst/>
          </a:prstGeom>
          <a:solidFill>
            <a:srgbClr val="00B0F0">
              <a:alpha val="27059"/>
            </a:srgbClr>
          </a:solidFill>
          <a:ln>
            <a:solidFill>
              <a:schemeClr val="bg1"/>
            </a:solidFill>
          </a:ln>
        </p:spPr>
      </p:pic>
      <p:grpSp>
        <p:nvGrpSpPr>
          <p:cNvPr id="5" name="组合 4"/>
          <p:cNvGrpSpPr/>
          <p:nvPr userDrawn="1"/>
        </p:nvGrpSpPr>
        <p:grpSpPr>
          <a:xfrm>
            <a:off x="576032" y="6384550"/>
            <a:ext cx="3422591" cy="230832"/>
            <a:chOff x="156932" y="6508375"/>
            <a:chExt cx="3422591" cy="230832"/>
          </a:xfrm>
        </p:grpSpPr>
        <p:sp>
          <p:nvSpPr>
            <p:cNvPr id="6" name="Footer Placeholder 1"/>
            <p:cNvSpPr txBox="1"/>
            <p:nvPr/>
          </p:nvSpPr>
          <p:spPr>
            <a:xfrm>
              <a:off x="1353903" y="6508375"/>
              <a:ext cx="2225620" cy="2308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spAutoFit/>
            </a:bodyPr>
            <a:lstStyle>
              <a:lvl1pPr defTabSz="2437130">
                <a:lnSpc>
                  <a:spcPct val="100000"/>
                </a:lnSpc>
                <a:spcBef>
                  <a:spcPts val="0"/>
                </a:spcBef>
                <a:defRPr sz="18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marL="0" marR="0" lvl="0" indent="0" algn="l" defTabSz="121856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sz="9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rPr>
                <a:t>202</a:t>
              </a:r>
              <a:r>
                <a:rPr kumimoji="0" lang="en-US" sz="9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rPr>
                <a:t>6</a:t>
              </a:r>
              <a:r>
                <a:rPr kumimoji="0" sz="9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/>
                  <a:cs typeface="Arial" panose="020B0604020202020204"/>
                  <a:sym typeface="Arial" panose="020B0604020202020204"/>
                </a:rPr>
                <a:t> Lenovo Internal. All rights reserved.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3" cstate="screen"/>
            <a:stretch>
              <a:fillRect/>
            </a:stretch>
          </p:blipFill>
          <p:spPr>
            <a:xfrm>
              <a:off x="156932" y="6508375"/>
              <a:ext cx="1063923" cy="213100"/>
            </a:xfrm>
            <a:prstGeom prst="rect">
              <a:avLst/>
            </a:prstGeom>
          </p:spPr>
        </p:pic>
      </p:grp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13956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图片 1" descr="图片包含 徽标&#10;&#10;AI 生成的内容可能不正确。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82131" y="-109571"/>
            <a:ext cx="2555914" cy="1437702"/>
          </a:xfrm>
          <a:prstGeom prst="rect">
            <a:avLst/>
          </a:prstGeom>
        </p:spPr>
      </p:pic>
      <p:sp>
        <p:nvSpPr>
          <p:cNvPr id="3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489585" y="317500"/>
            <a:ext cx="9869170" cy="418465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9200" rtl="0" eaLnBrk="1" latinLnBrk="0" hangingPunct="1">
              <a:lnSpc>
                <a:spcPts val="33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2800" b="1" kern="1200" cap="none" spc="-15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" y="1788"/>
            <a:ext cx="12192000" cy="6856212"/>
          </a:xfrm>
          <a:prstGeom prst="rect">
            <a:avLst/>
          </a:prstGeom>
        </p:spPr>
      </p:pic>
      <p:grpSp>
        <p:nvGrpSpPr>
          <p:cNvPr id="166" name="Group 165"/>
          <p:cNvGrpSpPr/>
          <p:nvPr userDrawn="1"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/>
            <p:cNvSpPr/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8" name="Freeform 6"/>
            <p:cNvSpPr/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69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0" name="Freeform 8"/>
            <p:cNvSpPr/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1" name="Freeform 9"/>
            <p:cNvSpPr/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2" name="Freeform 10"/>
            <p:cNvSpPr/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173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26894" y="442057"/>
            <a:ext cx="635919" cy="3110037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5080" imgH="5080" progId="TCLayout.ActiveDocument.1">
                  <p:embed/>
                </p:oleObj>
              </mc:Choice>
              <mc:Fallback>
                <p:oleObj name="think-cell 幻灯片" r:id="rId7" imgW="5080" imgH="5080" progId="TCLayout.ActiveDocument.1">
                  <p:embed/>
                  <p:pic>
                    <p:nvPicPr>
                      <p:cNvPr id="2" name="think-cell data - do not delete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600" indent="-3810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4000" indent="-3048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2965" indent="-3048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2565" indent="-304800" algn="l" defTabSz="1219200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635" y="2442210"/>
            <a:ext cx="12192000" cy="1272540"/>
          </a:xfrm>
          <a:prstGeom prst="rect">
            <a:avLst/>
          </a:prstGeom>
        </p:spPr>
        <p:txBody>
          <a:bodyPr lIns="0" tIns="0" rIns="0" bIns="0" anchor="b" anchorCtr="0"/>
          <a:lstStyle>
            <a:lvl1pPr defTabSz="1219200">
              <a:lnSpc>
                <a:spcPts val="5700"/>
              </a:lnSpc>
              <a:spcBef>
                <a:spcPct val="0"/>
              </a:spcBef>
              <a:buNone/>
              <a:defRPr kumimoji="1" lang="en-US" sz="5400" b="1" cap="none" spc="-150" baseline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智慧园区一期项目建设方案</a:t>
            </a:r>
          </a:p>
        </p:txBody>
      </p:sp>
      <p:sp>
        <p:nvSpPr>
          <p:cNvPr id="2" name="标题 7"/>
          <p:cNvSpPr txBox="1"/>
          <p:nvPr/>
        </p:nvSpPr>
        <p:spPr bwMode="gray">
          <a:xfrm>
            <a:off x="7340952" y="4147558"/>
            <a:ext cx="3552202" cy="1209578"/>
          </a:xfrm>
          <a:prstGeom prst="rect">
            <a:avLst/>
          </a:prstGeom>
        </p:spPr>
        <p:txBody>
          <a:bodyPr lIns="0" tIns="60949" rIns="121899" bIns="60949" anchor="ctr" anchorCtr="0">
            <a:noAutofit/>
          </a:bodyPr>
          <a:lstStyle>
            <a:defPPr>
              <a:defRPr lang="en-US"/>
            </a:defPPr>
            <a:lvl1pPr marL="0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1pPr>
            <a:lvl2pPr marL="609600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2pPr>
            <a:lvl3pPr marL="1219200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3pPr>
            <a:lvl4pPr marL="18281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4pPr>
            <a:lvl5pPr marL="24377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5pPr>
            <a:lvl6pPr marL="30473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6pPr>
            <a:lvl7pPr marL="36569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7pPr>
            <a:lvl8pPr marL="42665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8pPr>
            <a:lvl9pPr marL="4876165" algn="l" defTabSz="1218565" rtl="0" eaLnBrk="1" latinLnBrk="0" hangingPunct="1">
              <a:defRPr sz="24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ea"/>
              </a:defRPr>
            </a:lvl9pPr>
          </a:lstStyle>
          <a:p>
            <a:pPr marL="0" marR="0" lvl="0" indent="0" algn="r" defTabSz="12185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汇报人：伍玉斌</a:t>
            </a:r>
            <a:endParaRPr kumimoji="1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152400" dist="76200" dir="2700000" algn="tl">
                  <a:srgbClr val="002060">
                    <a:alpha val="67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r" defTabSz="12185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1" lang="en-US" altLang="zh-CN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</a:t>
            </a:r>
            <a:r>
              <a:rPr kumimoji="1" lang="en-US" altLang="zh-CN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</a:t>
            </a:r>
            <a:r>
              <a:rPr kumimoji="1" lang="en-US" altLang="zh-CN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21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152400" dist="76200" dir="2700000" algn="tl">
                    <a:srgbClr val="002060">
                      <a:alpha val="67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日</a:t>
            </a:r>
            <a:endParaRPr kumimoji="1" altLang="zh-CN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152400" dist="76200" dir="2700000" algn="tl">
                  <a:srgbClr val="002060">
                    <a:alpha val="67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376555" y="2472690"/>
            <a:ext cx="2636520" cy="1912620"/>
            <a:chOff x="593" y="3894"/>
            <a:chExt cx="4152" cy="3012"/>
          </a:xfrm>
        </p:grpSpPr>
        <p:sp>
          <p:nvSpPr>
            <p:cNvPr id="6" name="NY19-1"/>
            <p:cNvSpPr txBox="1"/>
            <p:nvPr/>
          </p:nvSpPr>
          <p:spPr>
            <a:xfrm>
              <a:off x="593" y="4309"/>
              <a:ext cx="4153" cy="2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914400">
                <a:defRPr/>
              </a:pPr>
              <a:r>
                <a:rPr lang="zh-CN" altLang="en-US" sz="60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目录</a:t>
              </a:r>
              <a:endParaRPr lang="en-US" altLang="zh-CN" sz="60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  <a:p>
              <a:pPr algn="dist" defTabSz="914400">
                <a:defRPr/>
              </a:pPr>
              <a:r>
                <a:rPr lang="en-US" altLang="zh-CN" sz="2400" b="1" kern="0">
                  <a:solidFill>
                    <a:prstClr val="white"/>
                  </a:solidFill>
                  <a:latin typeface="+mn-ea"/>
                  <a:cs typeface="+mn-ea"/>
                  <a:sym typeface="+mn-lt"/>
                </a:rPr>
                <a:t>CONTENTS</a:t>
              </a:r>
              <a:endParaRPr lang="zh-CN" altLang="en-US" sz="2400" b="1" kern="0">
                <a:solidFill>
                  <a:prstClr val="white"/>
                </a:solidFill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8" name="NY-1"/>
            <p:cNvCxnSpPr/>
            <p:nvPr>
              <p:custDataLst>
                <p:tags r:id="rId7"/>
              </p:custDataLst>
            </p:nvPr>
          </p:nvCxnSpPr>
          <p:spPr>
            <a:xfrm>
              <a:off x="618" y="3894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  <p:cxnSp>
          <p:nvCxnSpPr>
            <p:cNvPr id="9" name="NY-2"/>
            <p:cNvCxnSpPr/>
            <p:nvPr>
              <p:custDataLst>
                <p:tags r:id="rId8"/>
              </p:custDataLst>
            </p:nvPr>
          </p:nvCxnSpPr>
          <p:spPr>
            <a:xfrm>
              <a:off x="618" y="6906"/>
              <a:ext cx="4103" cy="0"/>
            </a:xfrm>
            <a:prstGeom prst="line">
              <a:avLst/>
            </a:prstGeom>
            <a:noFill/>
            <a:ln w="3175" cap="rnd" cmpd="sng" algn="ctr">
              <a:gradFill flip="none" rotWithShape="1">
                <a:gsLst>
                  <a:gs pos="0">
                    <a:srgbClr val="E1140A">
                      <a:lumMod val="5000"/>
                      <a:lumOff val="95000"/>
                      <a:alpha val="0"/>
                    </a:srgbClr>
                  </a:gs>
                  <a:gs pos="52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  <a:prstDash val="solid"/>
              <a:round/>
              <a:headEnd type="none"/>
              <a:tailEnd type="none" w="med" len="med"/>
            </a:ln>
            <a:effectLst/>
          </p:spPr>
        </p:cxnSp>
      </p:grpSp>
      <p:grpSp>
        <p:nvGrpSpPr>
          <p:cNvPr id="10" name="组合 9"/>
          <p:cNvGrpSpPr/>
          <p:nvPr/>
        </p:nvGrpSpPr>
        <p:grpSpPr>
          <a:xfrm>
            <a:off x="3623945" y="1803400"/>
            <a:ext cx="3855720" cy="2531110"/>
            <a:chOff x="5891" y="2888"/>
            <a:chExt cx="6072" cy="3986"/>
          </a:xfrm>
        </p:grpSpPr>
        <p:sp>
          <p:nvSpPr>
            <p:cNvPr id="20" name="文本框 19"/>
            <p:cNvSpPr txBox="1"/>
            <p:nvPr>
              <p:custDataLst>
                <p:tags r:id="rId3"/>
              </p:custDataLst>
            </p:nvPr>
          </p:nvSpPr>
          <p:spPr>
            <a:xfrm>
              <a:off x="5891" y="288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i="0" u="none" strike="noStrike" cap="none" spc="-150" normalizeH="0" baseline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01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项目</a:t>
              </a: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  <a:sym typeface="+mn-lt"/>
                </a:rPr>
                <a:t>需求理解</a:t>
              </a:r>
            </a:p>
          </p:txBody>
        </p:sp>
        <p:sp>
          <p:nvSpPr>
            <p:cNvPr id="3" name="文本框 2"/>
            <p:cNvSpPr txBox="1"/>
            <p:nvPr>
              <p:custDataLst>
                <p:tags r:id="rId4"/>
              </p:custDataLst>
            </p:nvPr>
          </p:nvSpPr>
          <p:spPr>
            <a:xfrm>
              <a:off x="5891" y="4023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02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项目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建设方案</a:t>
              </a:r>
            </a:p>
          </p:txBody>
        </p:sp>
        <p:sp>
          <p:nvSpPr>
            <p:cNvPr id="4" name="文本框 3"/>
            <p:cNvSpPr txBox="1"/>
            <p:nvPr>
              <p:custDataLst>
                <p:tags r:id="rId5"/>
              </p:custDataLst>
            </p:nvPr>
          </p:nvSpPr>
          <p:spPr>
            <a:xfrm>
              <a:off x="5891" y="5158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-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03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项目技术方案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6"/>
              </p:custDataLst>
            </p:nvPr>
          </p:nvSpPr>
          <p:spPr>
            <a:xfrm>
              <a:off x="5893" y="6293"/>
              <a:ext cx="6070" cy="5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1" sz="2800" b="1" spc="-150">
                  <a:solidFill>
                    <a:schemeClr val="bg1"/>
                  </a:solidFill>
                  <a:latin typeface="Arial" panose="020B0604020202020204" pitchFamily="34" charset="0"/>
                  <a:ea typeface="方正兰亭黑简体" panose="02000000000000000000" pitchFamily="2" charset="-122"/>
                  <a:cs typeface="+mn-ea"/>
                </a:defRPr>
              </a:lvl1pPr>
            </a:lstStyle>
            <a:p>
              <a:pPr marL="0" marR="0" lvl="0" indent="0" algn="l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  <a:ea typeface="+mn-ea"/>
                  <a:sym typeface="+mn-lt"/>
                </a:rPr>
                <a:t>04</a:t>
              </a:r>
              <a:r>
                <a:rPr lang="en-US" altLang="zh-CN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   </a:t>
              </a:r>
              <a:r>
                <a:rPr lang="zh-CN" altLang="en-US" sz="2400" noProof="0" dirty="0">
                  <a:solidFill>
                    <a:srgbClr val="FFFFFF"/>
                  </a:solidFill>
                  <a:latin typeface="+mn-ea"/>
                  <a:ea typeface="+mn-ea"/>
                  <a:sym typeface="+mn-lt"/>
                </a:rPr>
                <a:t>项目实施保障</a:t>
              </a:r>
              <a:endParaRPr kumimoji="1" lang="zh-CN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52AE8BD6-4297-3A3B-0121-F7D92F68EF1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23945" y="4599984"/>
            <a:ext cx="385445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2800" b="1" spc="-150">
                <a:solidFill>
                  <a:schemeClr val="bg1"/>
                </a:solidFill>
                <a:latin typeface="Arial" panose="020B0604020202020204" pitchFamily="34" charset="0"/>
                <a:ea typeface="方正兰亭黑简体" panose="02000000000000000000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sym typeface="+mn-lt"/>
              </a:rPr>
              <a:t>05</a:t>
            </a:r>
            <a:r>
              <a:rPr lang="en-US" altLang="zh-CN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   </a:t>
            </a:r>
            <a:r>
              <a:rPr lang="zh-CN" altLang="en-US" sz="24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联想优势</a:t>
            </a:r>
            <a:endParaRPr kumimoji="1" lang="zh-CN" altLang="en-US" sz="24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ea typeface="+mn-ea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809109" y="2869283"/>
            <a:ext cx="6401764" cy="6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2800" b="1" i="0" u="none" strike="noStrike" cap="none" spc="-150" normalizeH="0" baseline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方正兰亭黑简体" panose="02000000000000000000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dirty="0">
                <a:solidFill>
                  <a:schemeClr val="bg1"/>
                </a:solidFill>
                <a:latin typeface="+mn-ea"/>
                <a:ea typeface="+mn-ea"/>
                <a:sym typeface="+mn-lt"/>
              </a:rPr>
              <a:t>01  </a:t>
            </a:r>
            <a:r>
              <a:rPr lang="zh-CN" altLang="en-US" sz="4000" dirty="0">
                <a:solidFill>
                  <a:schemeClr val="bg1"/>
                </a:solidFill>
                <a:latin typeface="+mn-ea"/>
                <a:ea typeface="+mn-ea"/>
                <a:sym typeface="+mn-lt"/>
              </a:rPr>
              <a:t>项目需求理解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871799" y="3874892"/>
            <a:ext cx="4114974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2800" b="1" spc="-150">
                <a:solidFill>
                  <a:schemeClr val="bg1"/>
                </a:solidFill>
                <a:latin typeface="Arial" panose="020B0604020202020204" pitchFamily="34" charset="0"/>
                <a:ea typeface="方正兰亭黑简体" panose="02000000000000000000" pitchFamily="2" charset="-122"/>
                <a:cs typeface="+mn-ea"/>
              </a:defRPr>
            </a:lvl1pPr>
          </a:lstStyle>
          <a:p>
            <a:pPr marL="457200" indent="-457200" algn="l">
              <a:buFontTx/>
              <a:buAutoNum type="circleNumDbPlain"/>
              <a:defRPr/>
            </a:pPr>
            <a:r>
              <a:rPr lang="zh-CN" altLang="en-US" sz="2400" b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现状和痛点</a:t>
            </a:r>
            <a:endParaRPr lang="en-US" altLang="zh-CN" sz="2400" b="0" dirty="0">
              <a:solidFill>
                <a:srgbClr val="FFFFFF"/>
              </a:solidFill>
              <a:latin typeface="+mn-ea"/>
              <a:ea typeface="+mn-ea"/>
              <a:sym typeface="+mn-lt"/>
            </a:endParaRPr>
          </a:p>
          <a:p>
            <a:pPr marL="457200" indent="-457200" algn="l">
              <a:buFontTx/>
              <a:buAutoNum type="circleNumDbPlain"/>
              <a:defRPr/>
            </a:pPr>
            <a:r>
              <a:rPr lang="zh-CN" altLang="en-US" sz="2400" b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建设目标</a:t>
            </a:r>
            <a:endParaRPr lang="zh-CN" sz="2400" b="0" dirty="0">
              <a:solidFill>
                <a:srgbClr val="FFFFFF"/>
              </a:solidFill>
              <a:latin typeface="+mn-ea"/>
              <a:ea typeface="+mn-ea"/>
              <a:sym typeface="+mn-lt"/>
            </a:endParaRPr>
          </a:p>
          <a:p>
            <a:pPr marL="457200" indent="-457200" algn="l">
              <a:buFontTx/>
              <a:buAutoNum type="circleNumDbPlain"/>
              <a:defRPr/>
            </a:pPr>
            <a:r>
              <a:rPr lang="zh-CN" sz="2400" b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建设范围</a:t>
            </a:r>
            <a:endParaRPr lang="en-US" altLang="zh-CN" sz="2400" b="0" dirty="0">
              <a:solidFill>
                <a:srgbClr val="FFFFFF"/>
              </a:solidFill>
              <a:latin typeface="+mn-ea"/>
              <a:ea typeface="+mn-ea"/>
              <a:sym typeface="+mn-lt"/>
            </a:endParaRPr>
          </a:p>
          <a:p>
            <a:pPr marL="457200" indent="-457200" algn="l">
              <a:buFontTx/>
              <a:buAutoNum type="circleNumDbPlain"/>
              <a:defRPr/>
            </a:pPr>
            <a:r>
              <a:rPr lang="zh-CN" altLang="en-US" sz="2400" b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预期成效和价值</a:t>
            </a:r>
            <a:endParaRPr lang="zh-CN" sz="2400" b="0" dirty="0">
              <a:solidFill>
                <a:srgbClr val="FFFFFF"/>
              </a:solidFill>
              <a:latin typeface="+mn-ea"/>
              <a:ea typeface="+mn-ea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项目需求理解：现状和痛点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项目需求理解：建设目标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项目需求理解：建设范围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项目需求理解：预期成效和价值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809109" y="2869283"/>
            <a:ext cx="6401764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2800" b="1" i="0" u="none" strike="noStrike" cap="none" spc="-150" normalizeH="0" baseline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方正兰亭黑简体" panose="02000000000000000000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dirty="0">
                <a:solidFill>
                  <a:schemeClr val="bg1"/>
                </a:solidFill>
                <a:latin typeface="+mn-ea"/>
                <a:ea typeface="+mn-ea"/>
                <a:sym typeface="+mn-lt"/>
              </a:rPr>
              <a:t>02  </a:t>
            </a:r>
            <a:r>
              <a:rPr lang="zh-CN" altLang="en-US" sz="4000" dirty="0">
                <a:solidFill>
                  <a:schemeClr val="bg1"/>
                </a:solidFill>
                <a:latin typeface="+mn-ea"/>
                <a:ea typeface="+mn-ea"/>
                <a:sym typeface="+mn-lt"/>
              </a:rPr>
              <a:t>项目建设方案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871799" y="3874892"/>
            <a:ext cx="5074806" cy="11695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2800" b="1" spc="-150">
                <a:solidFill>
                  <a:schemeClr val="bg1"/>
                </a:solidFill>
                <a:latin typeface="Arial" panose="020B0604020202020204" pitchFamily="34" charset="0"/>
                <a:ea typeface="方正兰亭黑简体" panose="02000000000000000000" pitchFamily="2" charset="-122"/>
                <a:cs typeface="+mn-ea"/>
              </a:defRPr>
            </a:lvl1pPr>
          </a:lstStyle>
          <a:p>
            <a:pPr marL="457200" indent="-457200" algn="l">
              <a:buFontTx/>
              <a:buAutoNum type="circleNumDbPlain"/>
              <a:defRPr/>
            </a:pPr>
            <a:r>
              <a:rPr lang="zh-CN" altLang="en-US" sz="2400" b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总体功能架构设计方案</a:t>
            </a:r>
            <a:endParaRPr lang="en-US" altLang="zh-CN" sz="2400" b="0" dirty="0">
              <a:solidFill>
                <a:srgbClr val="FFFFFF"/>
              </a:solidFill>
              <a:latin typeface="+mn-ea"/>
              <a:ea typeface="+mn-ea"/>
              <a:sym typeface="+mn-lt"/>
            </a:endParaRPr>
          </a:p>
          <a:p>
            <a:pPr marL="0" lvl="1">
              <a:defRPr/>
            </a:pPr>
            <a:r>
              <a:rPr lang="zh-CN" altLang="en-US" sz="1400" dirty="0">
                <a:solidFill>
                  <a:srgbClr val="FFFFFF"/>
                </a:solidFill>
                <a:latin typeface="+mn-ea"/>
                <a:sym typeface="+mn-lt"/>
              </a:rPr>
              <a:t>         建设思路、总体规划、架构设计</a:t>
            </a:r>
          </a:p>
          <a:p>
            <a:pPr marL="457200" indent="-457200" algn="l">
              <a:buFontTx/>
              <a:buAutoNum type="circleNumDbPlain"/>
              <a:defRPr/>
            </a:pPr>
            <a:r>
              <a:rPr lang="zh-CN" altLang="en-US" sz="2400" b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各子系统设计方案</a:t>
            </a:r>
            <a:endParaRPr lang="en-US" altLang="zh-CN" sz="2400" b="0" dirty="0">
              <a:solidFill>
                <a:srgbClr val="FFFFFF"/>
              </a:solidFill>
              <a:latin typeface="+mn-ea"/>
              <a:ea typeface="+mn-ea"/>
              <a:sym typeface="+mn-lt"/>
            </a:endParaRPr>
          </a:p>
          <a:p>
            <a:pPr lvl="1">
              <a:defRPr/>
            </a:pPr>
            <a:r>
              <a:rPr lang="zh-CN" altLang="en-US" sz="1400" b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智慧物流、智慧消防、智慧安防、宿舍管理、外协管理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项目建设方案：总体功能架构设计方案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项目建设方案：物流管理场景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项目建设方案：消防场景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项目建设方案：安防场景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61A3388-E324-6856-B627-1B5C2931A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53DAA7D-E837-4C6C-F671-4C1576EF7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项目建设方案：宿舍管理场景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162510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A01F282-B02F-57F9-0843-0C9D7BA02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A1EFDB-1621-51F0-A1F4-5B0696ED9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项目建设方案：外协管理场景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032719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809109" y="2869283"/>
            <a:ext cx="6401764" cy="6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2800" b="1" i="0" u="none" strike="noStrike" cap="none" spc="-150" normalizeH="0" baseline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方正兰亭黑简体" panose="02000000000000000000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dirty="0">
                <a:solidFill>
                  <a:schemeClr val="bg1"/>
                </a:solidFill>
                <a:latin typeface="+mn-ea"/>
                <a:ea typeface="+mn-ea"/>
                <a:sym typeface="+mn-lt"/>
              </a:rPr>
              <a:t>03  </a:t>
            </a:r>
            <a:r>
              <a:rPr lang="zh-CN" altLang="en-US" sz="4000" dirty="0">
                <a:solidFill>
                  <a:schemeClr val="bg1"/>
                </a:solidFill>
                <a:latin typeface="+mn-ea"/>
                <a:ea typeface="+mn-ea"/>
                <a:sym typeface="+mn-lt"/>
              </a:rPr>
              <a:t>项目</a:t>
            </a:r>
            <a:r>
              <a:rPr lang="zh-CN" altLang="en-US" sz="40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技术方案</a:t>
            </a:r>
            <a:endParaRPr lang="zh-CN" altLang="en-US" sz="4000" dirty="0">
              <a:solidFill>
                <a:schemeClr val="bg1"/>
              </a:solidFill>
              <a:latin typeface="+mn-ea"/>
              <a:ea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71799" y="3874892"/>
            <a:ext cx="4114974" cy="14770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2800" b="1" spc="-150">
                <a:solidFill>
                  <a:schemeClr val="bg1"/>
                </a:solidFill>
                <a:latin typeface="Arial" panose="020B0604020202020204" pitchFamily="34" charset="0"/>
                <a:ea typeface="方正兰亭黑简体" panose="02000000000000000000" pitchFamily="2" charset="-122"/>
                <a:cs typeface="+mn-ea"/>
              </a:defRPr>
            </a:lvl1pPr>
          </a:lstStyle>
          <a:p>
            <a:pPr marL="457200" indent="-457200" algn="l">
              <a:buFontTx/>
              <a:buAutoNum type="circleNumDbPlain"/>
              <a:defRPr/>
            </a:pPr>
            <a:r>
              <a:rPr lang="zh-CN" altLang="en-US" sz="2400" b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技术架构</a:t>
            </a:r>
          </a:p>
          <a:p>
            <a:pPr marL="457200" indent="-457200" algn="l">
              <a:buFontTx/>
              <a:buAutoNum type="circleNumDbPlain"/>
              <a:defRPr/>
            </a:pPr>
            <a:r>
              <a:rPr lang="zh-CN" altLang="en-US" sz="2400" b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数据集成方案</a:t>
            </a:r>
          </a:p>
          <a:p>
            <a:pPr marL="457200" indent="-457200" algn="l">
              <a:buFontTx/>
              <a:buAutoNum type="circleNumDbPlain"/>
              <a:defRPr/>
            </a:pPr>
            <a:r>
              <a:rPr lang="zh-CN" altLang="en-US" sz="2400" b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部署方案</a:t>
            </a:r>
          </a:p>
          <a:p>
            <a:pPr marL="457200" indent="-457200" algn="l">
              <a:buFontTx/>
              <a:buAutoNum type="circleNumDbPlain"/>
              <a:defRPr/>
            </a:pPr>
            <a:r>
              <a:rPr lang="zh-CN" altLang="en-US" sz="2400" b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资源需求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项目技术方案：技术架构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项目技术方案：数据集成方案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项目技术方案：部署方案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项目技术方案：资源需求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809109" y="2869283"/>
            <a:ext cx="6401764" cy="6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2800" b="1" i="0" u="none" strike="noStrike" cap="none" spc="-150" normalizeH="0" baseline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方正兰亭黑简体" panose="02000000000000000000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dirty="0">
                <a:solidFill>
                  <a:schemeClr val="bg1"/>
                </a:solidFill>
                <a:latin typeface="+mn-ea"/>
                <a:ea typeface="+mn-ea"/>
                <a:sym typeface="+mn-lt"/>
              </a:rPr>
              <a:t>04  </a:t>
            </a:r>
            <a:r>
              <a:rPr lang="zh-CN" altLang="en-US" sz="4000" dirty="0">
                <a:solidFill>
                  <a:schemeClr val="bg1"/>
                </a:solidFill>
                <a:latin typeface="+mn-ea"/>
                <a:ea typeface="+mn-ea"/>
                <a:sym typeface="+mn-lt"/>
              </a:rPr>
              <a:t>项目</a:t>
            </a:r>
            <a:r>
              <a:rPr lang="zh-CN" altLang="en-US" sz="40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实施保障</a:t>
            </a:r>
            <a:endParaRPr lang="zh-CN" altLang="en-US" sz="4000" dirty="0">
              <a:solidFill>
                <a:schemeClr val="bg1"/>
              </a:solidFill>
              <a:latin typeface="+mn-ea"/>
              <a:ea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71799" y="3874892"/>
            <a:ext cx="4114974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2800" b="1" spc="-150">
                <a:solidFill>
                  <a:schemeClr val="bg1"/>
                </a:solidFill>
                <a:latin typeface="Arial" panose="020B0604020202020204" pitchFamily="34" charset="0"/>
                <a:ea typeface="方正兰亭黑简体" panose="02000000000000000000" pitchFamily="2" charset="-122"/>
                <a:cs typeface="+mn-ea"/>
              </a:defRPr>
            </a:lvl1pPr>
          </a:lstStyle>
          <a:p>
            <a:pPr marL="457200" lvl="0" indent="-457200">
              <a:buAutoNum type="circleNumDbPlain"/>
              <a:defRPr/>
            </a:pPr>
            <a:r>
              <a:rPr lang="zh-CN" altLang="en-US" sz="2400" b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实施方案</a:t>
            </a:r>
          </a:p>
          <a:p>
            <a:pPr marL="457200" lvl="0" indent="-457200">
              <a:buAutoNum type="circleNumDbPlain"/>
              <a:defRPr/>
            </a:pPr>
            <a:r>
              <a:rPr lang="zh-CN" altLang="en-US" sz="2400" b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项目组织</a:t>
            </a:r>
          </a:p>
          <a:p>
            <a:pPr marL="457200" lvl="0" indent="-457200">
              <a:buAutoNum type="circleNumDbPlain"/>
              <a:defRPr/>
            </a:pPr>
            <a:r>
              <a:rPr lang="zh-CN" altLang="en-US" sz="2400" b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项目计划</a:t>
            </a:r>
          </a:p>
          <a:p>
            <a:pPr marL="457200" lvl="0" indent="-457200">
              <a:buAutoNum type="circleNumDbPlain"/>
              <a:defRPr/>
            </a:pPr>
            <a:r>
              <a:rPr lang="zh-CN" altLang="en-US" sz="2400" b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风险应对</a:t>
            </a:r>
          </a:p>
          <a:p>
            <a:pPr marL="457200" lvl="0" indent="-457200">
              <a:buAutoNum type="circleNumDbPlain"/>
              <a:defRPr/>
            </a:pPr>
            <a:r>
              <a:rPr lang="zh-CN" altLang="en-US" sz="2400" b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实施案例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项目实施保障：实施方案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项目实施保障：项目组织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项目实施保障：项目计划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项目实施保障：风险应对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项目实施保障：实施案例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AD003-8CD9-2057-710D-D8DC5986D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82F185F1-A01D-2A1B-452A-F0D78B635C4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09109" y="2869283"/>
            <a:ext cx="6401764" cy="6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2800" b="1" i="0" u="none" strike="noStrike" cap="none" spc="-150" normalizeH="0" baseline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方正兰亭黑简体" panose="02000000000000000000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dirty="0">
                <a:solidFill>
                  <a:schemeClr val="bg1"/>
                </a:solidFill>
                <a:latin typeface="+mn-ea"/>
                <a:ea typeface="+mn-ea"/>
                <a:sym typeface="+mn-lt"/>
              </a:rPr>
              <a:t>05  </a:t>
            </a:r>
            <a:r>
              <a:rPr lang="zh-CN" altLang="en-US" sz="4000" noProof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联想优势</a:t>
            </a:r>
            <a:endParaRPr lang="zh-CN" altLang="en-US" sz="4000" dirty="0">
              <a:solidFill>
                <a:schemeClr val="bg1"/>
              </a:solidFill>
              <a:latin typeface="+mn-ea"/>
              <a:ea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6A9841-137A-7C68-701A-78DB58611B9E}"/>
              </a:ext>
            </a:extLst>
          </p:cNvPr>
          <p:cNvSpPr txBox="1"/>
          <p:nvPr/>
        </p:nvSpPr>
        <p:spPr>
          <a:xfrm>
            <a:off x="1871799" y="3874892"/>
            <a:ext cx="411497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1" sz="2800" b="1" spc="-150">
                <a:solidFill>
                  <a:schemeClr val="bg1"/>
                </a:solidFill>
                <a:latin typeface="Arial" panose="020B0604020202020204" pitchFamily="34" charset="0"/>
                <a:ea typeface="方正兰亭黑简体" panose="02000000000000000000" pitchFamily="2" charset="-122"/>
                <a:cs typeface="+mn-ea"/>
              </a:defRPr>
            </a:lvl1pPr>
          </a:lstStyle>
          <a:p>
            <a:pPr marL="457200" lvl="0" indent="-457200">
              <a:buAutoNum type="circleNumDbPlain"/>
              <a:defRPr/>
            </a:pPr>
            <a:r>
              <a:rPr lang="zh-CN" altLang="en-US" sz="2400" b="0" dirty="0">
                <a:solidFill>
                  <a:srgbClr val="FFFFFF"/>
                </a:solidFill>
                <a:latin typeface="+mn-ea"/>
                <a:ea typeface="+mn-ea"/>
                <a:sym typeface="+mn-lt"/>
              </a:rPr>
              <a:t>差异性优势总结</a:t>
            </a:r>
          </a:p>
        </p:txBody>
      </p:sp>
    </p:spTree>
    <p:extLst>
      <p:ext uri="{BB962C8B-B14F-4D97-AF65-F5344CB8AC3E}">
        <p14:creationId xmlns:p14="http://schemas.microsoft.com/office/powerpoint/2010/main" val="230188295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64EA2D9-D952-A1F6-B7AA-0D205DC4A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27</a:t>
            </a:fld>
            <a:endParaRPr 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3A5B992-3974-EBB3-4EA8-AAEDE2CD3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联想优势：差异</a:t>
            </a:r>
            <a:r>
              <a:rPr lang="zh-CN" altLang="en-US" dirty="0"/>
              <a:t>性优势总结</a:t>
            </a:r>
          </a:p>
        </p:txBody>
      </p:sp>
    </p:spTree>
    <p:extLst>
      <p:ext uri="{BB962C8B-B14F-4D97-AF65-F5344CB8AC3E}">
        <p14:creationId xmlns:p14="http://schemas.microsoft.com/office/powerpoint/2010/main" val="3740763799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"/>
  <p:tag name="KSO_WM_DIAGRAM_VIRTUALLY_FRAME" val="{&quot;height&quot;:286.6,&quot;left&quot;:29.65,&quot;top&quot;:126.7,&quot;width&quot;:712.6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6,&quot;left&quot;:29.65,&quot;top&quot;:126.7,&quot;width&quot;:712.6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7"/>
</p:tagLst>
</file>

<file path=ppt/theme/theme1.xml><?xml version="1.0" encoding="utf-8"?>
<a:theme xmlns:a="http://schemas.openxmlformats.org/drawingml/2006/main" name="Lenovo Master">
  <a:themeElements>
    <a:clrScheme name="自定义 1">
      <a:dk1>
        <a:srgbClr val="000000"/>
      </a:dk1>
      <a:lt1>
        <a:srgbClr val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fcc3add5-0e56-4736-93a8-bbb065da711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be9eda-85ee-42b1-b68f-386bf0763910">
      <Terms xmlns="http://schemas.microsoft.com/office/infopath/2007/PartnerControls"/>
    </lcf76f155ced4ddcb4097134ff3c332f>
    <TaxCatchAll xmlns="3b88d3f0-92a2-48be-bb86-c94a3d032d2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2BB60893D840B64B88B9BF2BF38638AA" ma:contentTypeVersion="15" ma:contentTypeDescription="新建文档。" ma:contentTypeScope="" ma:versionID="53ffe5a10e571abcdbd2044b74aef8b3">
  <xsd:schema xmlns:xsd="http://www.w3.org/2001/XMLSchema" xmlns:xs="http://www.w3.org/2001/XMLSchema" xmlns:p="http://schemas.microsoft.com/office/2006/metadata/properties" xmlns:ns2="15be9eda-85ee-42b1-b68f-386bf0763910" xmlns:ns3="3b88d3f0-92a2-48be-bb86-c94a3d032d2b" targetNamespace="http://schemas.microsoft.com/office/2006/metadata/properties" ma:root="true" ma:fieldsID="f31436666236638c6fdc49612b3e0a01" ns2:_="" ns3:_="">
    <xsd:import namespace="15be9eda-85ee-42b1-b68f-386bf0763910"/>
    <xsd:import namespace="3b88d3f0-92a2-48be-bb86-c94a3d032d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be9eda-85ee-42b1-b68f-386bf07639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图像标记" ma:readOnly="false" ma:fieldId="{5cf76f15-5ced-4ddc-b409-7134ff3c332f}" ma:taxonomyMulti="true" ma:sspId="10b2ab70-381d-4de1-873d-678182fc59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88d3f0-92a2-48be-bb86-c94a3d032d2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e283749e-8e17-4a52-9ab2-987b3f85377b}" ma:internalName="TaxCatchAll" ma:showField="CatchAllData" ma:web="3b88d3f0-92a2-48be-bb86-c94a3d032d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CB367A-89A7-4E90-9A81-064D3008B375}">
  <ds:schemaRefs/>
</ds:datastoreItem>
</file>

<file path=customXml/itemProps2.xml><?xml version="1.0" encoding="utf-8"?>
<ds:datastoreItem xmlns:ds="http://schemas.openxmlformats.org/officeDocument/2006/customXml" ds:itemID="{09A40E22-E7CA-40AF-8B7F-84ABE1FB5F4F}">
  <ds:schemaRefs/>
</ds:datastoreItem>
</file>

<file path=customXml/itemProps3.xml><?xml version="1.0" encoding="utf-8"?>
<ds:datastoreItem xmlns:ds="http://schemas.openxmlformats.org/officeDocument/2006/customXml" ds:itemID="{3420404D-B505-4AD6-ADF1-1935439F229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276</Words>
  <Application>Microsoft Office PowerPoint</Application>
  <PresentationFormat>宽屏</PresentationFormat>
  <Paragraphs>81</Paragraphs>
  <Slides>28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2" baseType="lpstr">
      <vt:lpstr>微软雅黑</vt:lpstr>
      <vt:lpstr>Arial</vt:lpstr>
      <vt:lpstr>Lenovo Master</vt:lpstr>
      <vt:lpstr>think-cell 幻灯片</vt:lpstr>
      <vt:lpstr>PowerPoint 演示文稿</vt:lpstr>
      <vt:lpstr>PowerPoint 演示文稿</vt:lpstr>
      <vt:lpstr>PowerPoint 演示文稿</vt:lpstr>
      <vt:lpstr>项目需求理解：现状和痛点</vt:lpstr>
      <vt:lpstr>项目需求理解：建设目标</vt:lpstr>
      <vt:lpstr>项目需求理解：建设范围</vt:lpstr>
      <vt:lpstr>项目需求理解：预期成效和价值</vt:lpstr>
      <vt:lpstr>PowerPoint 演示文稿</vt:lpstr>
      <vt:lpstr>项目建设方案：总体功能架构设计方案</vt:lpstr>
      <vt:lpstr>项目建设方案：物流管理场景</vt:lpstr>
      <vt:lpstr>项目建设方案：消防场景</vt:lpstr>
      <vt:lpstr>项目建设方案：安防场景</vt:lpstr>
      <vt:lpstr>项目建设方案：宿舍管理场景</vt:lpstr>
      <vt:lpstr>项目建设方案：外协管理场景</vt:lpstr>
      <vt:lpstr>PowerPoint 演示文稿</vt:lpstr>
      <vt:lpstr>项目技术方案：技术架构</vt:lpstr>
      <vt:lpstr>项目技术方案：数据集成方案</vt:lpstr>
      <vt:lpstr>项目技术方案：部署方案</vt:lpstr>
      <vt:lpstr>项目技术方案：资源需求</vt:lpstr>
      <vt:lpstr>PowerPoint 演示文稿</vt:lpstr>
      <vt:lpstr>项目实施保障：实施方案</vt:lpstr>
      <vt:lpstr>项目实施保障：项目组织</vt:lpstr>
      <vt:lpstr>项目实施保障：项目计划</vt:lpstr>
      <vt:lpstr>项目实施保障：风险应对</vt:lpstr>
      <vt:lpstr>项目实施保障：实施案例</vt:lpstr>
      <vt:lpstr>PowerPoint 演示文稿</vt:lpstr>
      <vt:lpstr>联想优势：差异性优势总结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libo32</dc:creator>
  <cp:lastModifiedBy>Lei Lei3 Tian | 田磊</cp:lastModifiedBy>
  <cp:revision>26</cp:revision>
  <cp:lastPrinted>2023-10-24T01:37:00Z</cp:lastPrinted>
  <dcterms:created xsi:type="dcterms:W3CDTF">2023-06-13T11:51:00Z</dcterms:created>
  <dcterms:modified xsi:type="dcterms:W3CDTF">2026-08-18T07:04:42Z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0x0101002BB60893D840B64B88B9BF2BF38638AA</vt:lpwstr>
  </property>
  <property fmtid="{D5CDD505-2E9C-101B-9397-08002B2CF9AE}" pid="3" name="MediaServiceImageTags">
    <vt:lpwstr/>
  </property>
  <property fmtid="{D5CDD505-2E9C-101B-9397-08002B2CF9AE}" pid="4" name="KSOProductBuildVer">
    <vt:lpwstr>2052-12.1.0.28043</vt:lpwstr>
  </property>
  <property fmtid="{D5CDD505-2E9C-101B-9397-08002B2CF9AE}" pid="5" name="ICV">
    <vt:lpwstr>07664E5C2A9F4E7B80730C6F421C5AD2_13</vt:lpwstr>
  </property>
</Properties>
</file>